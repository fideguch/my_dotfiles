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10058400" cy="1097280"/>
          </a:xfrm>
        </p:spPr>
        <p:txBody>
          <a:bodyPr/>
          <a:p>
            <a:r>
              <a:t>layout</a:t>
            </a:r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Master Title"/>
          <p:cNvSpPr/>
          <p:nvPr>
            <p:ph type="title"/>
          </p:nvPr>
        </p:nvSpPr>
        <p:spPr>
          <a:xfrm>
            <a:off x="914400" y="914400"/>
            <a:ext cx="10363200" cy="914400"/>
          </a:xfrm>
        </p:spPr>
        <p:txBody>
          <a:bodyPr/>
          <a:p>
            <a:r>
              <a:t>master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ja-JP" sz="3200" b="1">
                <a:solidFill>
                  <a:schemeClr val="accent1"/>
                </a:solidFill>
                <a:latin typeface="Noto Sans JP"/>
              </a:rPr>
              <a:t>継承テスト タイトル</a:t>
            </a:r>
          </a:p>
        </p:txBody>
      </p:sp>
    </p:spTree>
  </p:cSld>
</p:sld>
</file>

<file path=ppt/theme/theme1.xml><?xml version="1.0" encoding="utf-8"?>
<a:theme xmlns:a="http://schemas.openxmlformats.org/drawingml/2006/main" name="T">
  <a:themeElements>
    <a:clrScheme name="T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F5733"/>
      </a:accent1>
      <a:accent2>
        <a:srgbClr val="33FF57"/>
      </a:accent2>
      <a:accent3>
        <a:srgbClr val="3357FF"/>
      </a:accent3>
      <a:accent4>
        <a:srgbClr val="F3F357"/>
      </a:accent4>
      <a:accent5>
        <a:srgbClr val="57F3F3"/>
      </a:accent5>
      <a:accent6>
        <a:srgbClr val="F357F3"/>
      </a:accent6>
      <a:hlink>
        <a:srgbClr val="0000FF"/>
      </a:hlink>
      <a:folHlink>
        <a:srgbClr val="800080"/>
      </a:folHlink>
    </a:clrScheme>
    <a:fontScheme name="T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